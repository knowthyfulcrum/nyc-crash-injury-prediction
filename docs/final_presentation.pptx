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45DF9-29E9-6C49-8EBA-5837DF82AAF6}" v="1" dt="2026-07-21T21:57:54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3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Cespedes" userId="52a487d0-0f15-4ed3-ac56-732f1903efdb" providerId="ADAL" clId="{AD52E140-D4F3-5385-812B-6EDAF6577591}"/>
    <pc:docChg chg="undo custSel modSld">
      <pc:chgData name="Jay Cespedes" userId="52a487d0-0f15-4ed3-ac56-732f1903efdb" providerId="ADAL" clId="{AD52E140-D4F3-5385-812B-6EDAF6577591}" dt="2026-07-21T21:57:57.470" v="114"/>
      <pc:docMkLst>
        <pc:docMk/>
      </pc:docMkLst>
      <pc:sldChg chg="addSp delSp modSp mod">
        <pc:chgData name="Jay Cespedes" userId="52a487d0-0f15-4ed3-ac56-732f1903efdb" providerId="ADAL" clId="{AD52E140-D4F3-5385-812B-6EDAF6577591}" dt="2026-07-21T21:57:57.470" v="114"/>
        <pc:sldMkLst>
          <pc:docMk/>
          <pc:sldMk cId="0" sldId="256"/>
        </pc:sldMkLst>
        <pc:spChg chg="mod">
          <ac:chgData name="Jay Cespedes" userId="52a487d0-0f15-4ed3-ac56-732f1903efdb" providerId="ADAL" clId="{AD52E140-D4F3-5385-812B-6EDAF6577591}" dt="2026-07-21T21:57:48.499" v="111" actId="20577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Jay Cespedes" userId="52a487d0-0f15-4ed3-ac56-732f1903efdb" providerId="ADAL" clId="{AD52E140-D4F3-5385-812B-6EDAF6577591}" dt="2026-07-21T21:57:57.470" v="114"/>
          <ac:spMkLst>
            <pc:docMk/>
            <pc:sldMk cId="0" sldId="256"/>
            <ac:spMk id="7" creationId="{69659D30-21F6-6ADD-65E9-0108BFC7E166}"/>
          </ac:spMkLst>
        </pc:spChg>
      </pc:sldChg>
      <pc:sldChg chg="modSp mod">
        <pc:chgData name="Jay Cespedes" userId="52a487d0-0f15-4ed3-ac56-732f1903efdb" providerId="ADAL" clId="{AD52E140-D4F3-5385-812B-6EDAF6577591}" dt="2026-07-20T22:03:33.406" v="5" actId="20577"/>
        <pc:sldMkLst>
          <pc:docMk/>
          <pc:sldMk cId="0" sldId="257"/>
        </pc:sldMkLst>
        <pc:spChg chg="mod">
          <ac:chgData name="Jay Cespedes" userId="52a487d0-0f15-4ed3-ac56-732f1903efdb" providerId="ADAL" clId="{AD52E140-D4F3-5385-812B-6EDAF6577591}" dt="2026-07-20T22:03:22.534" v="3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Jay Cespedes" userId="52a487d0-0f15-4ed3-ac56-732f1903efdb" providerId="ADAL" clId="{AD52E140-D4F3-5385-812B-6EDAF6577591}" dt="2026-07-20T22:03:33.406" v="5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Jay Cespedes" userId="52a487d0-0f15-4ed3-ac56-732f1903efdb" providerId="ADAL" clId="{AD52E140-D4F3-5385-812B-6EDAF6577591}" dt="2026-07-21T18:30:05.086" v="104" actId="20577"/>
        <pc:sldMkLst>
          <pc:docMk/>
          <pc:sldMk cId="0" sldId="259"/>
        </pc:sldMkLst>
        <pc:spChg chg="mod">
          <ac:chgData name="Jay Cespedes" userId="52a487d0-0f15-4ed3-ac56-732f1903efdb" providerId="ADAL" clId="{AD52E140-D4F3-5385-812B-6EDAF6577591}" dt="2026-07-20T22:03:57.493" v="1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Jay Cespedes" userId="52a487d0-0f15-4ed3-ac56-732f1903efdb" providerId="ADAL" clId="{AD52E140-D4F3-5385-812B-6EDAF6577591}" dt="2026-07-21T18:30:05.086" v="104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Jay Cespedes" userId="52a487d0-0f15-4ed3-ac56-732f1903efdb" providerId="ADAL" clId="{AD52E140-D4F3-5385-812B-6EDAF6577591}" dt="2026-07-20T22:04:19.761" v="19" actId="20577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Jay Cespedes" userId="52a487d0-0f15-4ed3-ac56-732f1903efdb" providerId="ADAL" clId="{AD52E140-D4F3-5385-812B-6EDAF6577591}" dt="2026-07-20T22:04:33.471" v="30" actId="20577"/>
        <pc:sldMkLst>
          <pc:docMk/>
          <pc:sldMk cId="0" sldId="260"/>
        </pc:sldMkLst>
        <pc:spChg chg="mod">
          <ac:chgData name="Jay Cespedes" userId="52a487d0-0f15-4ed3-ac56-732f1903efdb" providerId="ADAL" clId="{AD52E140-D4F3-5385-812B-6EDAF6577591}" dt="2026-07-20T22:04:33.471" v="30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">
        <pc:chgData name="Jay Cespedes" userId="52a487d0-0f15-4ed3-ac56-732f1903efdb" providerId="ADAL" clId="{AD52E140-D4F3-5385-812B-6EDAF6577591}" dt="2026-07-20T22:07:13.274" v="34" actId="21"/>
        <pc:sldMkLst>
          <pc:docMk/>
          <pc:sldMk cId="0" sldId="265"/>
        </pc:sldMkLst>
        <pc:spChg chg="add del mod">
          <ac:chgData name="Jay Cespedes" userId="52a487d0-0f15-4ed3-ac56-732f1903efdb" providerId="ADAL" clId="{AD52E140-D4F3-5385-812B-6EDAF6577591}" dt="2026-07-20T22:07:13.274" v="34" actId="21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80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60520"/>
            <a:ext cx="9144000" cy="9875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COMPARING TWO MACHINE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LEARNING TOOLS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Injuries in New York City Car Crashes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MLlib  vs  Scikit-Learn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</a:t>
            </a: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Cespedes  |  Big Data Machine Learning Final Project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 &amp; THE GOAL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crashes are a major public safety issue. Being able to predict which crashes are more likely to cause injuries can help emergency response, city planning, and policy decisions.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popular machine learning tools (PySpark MLlib and Scikit-Learn) on the same </a:t>
            </a:r>
            <a:r>
              <a:rPr lang="en-US" sz="15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real-world 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to see which one works better for predicting injuries.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1,000,000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crash records from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Open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crash cause an injury? (Yes / No)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Positive class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25% of crashes caused an injury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time, cause, vehicle 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Important rule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cheating - injury counts removed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WAS </a:t>
            </a: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PySpark MLlib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tool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for very large data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on many computers at once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trained on the full 1 million rows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</a:t>
            </a: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production-scale ready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Single-computer tool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and popular in Python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best when data fits in memory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~60,000 rows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quick experiments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TWO </a:t>
            </a:r>
            <a:r>
              <a:rPr lang="en-US" sz="2200" b="1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MODELS THAT WERE </a:t>
            </a: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and fast model.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draws a straight line to separate injury crashes from non-injury crashes.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and usually a strong baseline.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complex model made of many decision trees working together.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capture complicated patterns but is slower to train.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RESULTS AT A GLANCE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560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AUC and F1 are better. Both tools scored almost the same on AUC (ability to rank risk).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Similar ranking 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achieved almost the same AUC (0.74-0.76). They are equally good at ranking which crashes are riskier.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Logistic Regression won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simpler model beat Random Forest on most metrics in both tools and trained much faster.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PySpark handles 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trained on the full 1 million rows. Scikit-Learn needed a smaller sample to avoid memory problems.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imbalance matters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Scikit-Learn's F1 and Recall dropped because the injury class is only 25% of the data and the sample was smaller.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TO USE EACH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PySpark MLlib when...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data is very large (hundreds of thousands or millions of rows)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need to train on the full dataset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are building something for production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already have a Spark / cloud cluster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Scikit-Learn when...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data fits comfortably in one computer's memory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want to experiment quickly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are prototyping or exploring ideas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prefer simpler Python code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Both tools can solve this problem well.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one million New York City crash records and carefully preventing the models from cheating, we found that PySpark MLlib and Scikit-Learn produced almost the same ranking quality. Logistic Regression was the stronger and faster model overall. PySpark handled the full large dataset better, while Scikit-Learn was quicker on a smaller sample.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best tool depends on the size of your data and your goals.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Cespedes  |  Big Data Machine Learning Final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622</Words>
  <Application>Microsoft Macintosh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PySpark MLlib and Scikit-Learn on NYC Collision Data</dc:title>
  <dc:subject>PptxGenJS Presentation</dc:subject>
  <dc:creator>Jay Cespedes</dc:creator>
  <cp:lastModifiedBy>J C</cp:lastModifiedBy>
  <cp:revision>1</cp:revision>
  <dcterms:created xsi:type="dcterms:W3CDTF">2026-07-20T22:01:58Z</dcterms:created>
  <dcterms:modified xsi:type="dcterms:W3CDTF">2026-07-21T21:57:57Z</dcterms:modified>
</cp:coreProperties>
</file>